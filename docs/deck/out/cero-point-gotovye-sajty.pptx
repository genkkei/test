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Обложка: что это за документ и для кого.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Склад готовых сайтов. Каждый сайт — живое демо, которое клиент открывает с телефона. Продаём не «разработку», а готовую вещь за 3 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части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что находится.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Сколько стоит готовый сайт. Рынок Ташкента (медианы прайсов студий, октябрь 2026): лендинг ~3,5 млн, сайт компании ~8 млн сум. Готовый сайт дешевле и быстрее — это главный аргумент.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Сколько и как быстро можно продать. Оценка, не обещание: типичные конверсии холодных продаж малому бизнесу. Сверить с реальными цифрами через 2 недели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искать покупателей.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Разговор с клиентом за 5 шагов.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Выдать сайт клиенту — 1 кнопка.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Подключить домен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Бот заявок — 3 минуты вместе с клиентом.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клиент делает 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отправить и что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Частые ситуации.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Чек-лист продаж.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cero point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5895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5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point.cero.uz/sites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cero point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5895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050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point.cero.uz/sites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5050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37160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9ADFF"/>
                </a:solidFill>
              </a:rPr>
              <a:t>Инструкция для владельца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758952" y="1828800"/>
            <a:ext cx="1067379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ГОТОВЫЕ САЙТЫ: НАСТРОЙКА, ПРОДАЖА, ПЕРЕДАЧА</a:t>
            </a:r>
            <a:endParaRPr lang="en-US" sz="4400" dirty="0"/>
          </a:p>
        </p:txBody>
      </p:sp>
      <p:sp>
        <p:nvSpPr>
          <p:cNvPr id="4" name="plate"/>
          <p:cNvSpPr txBox="1"/>
          <p:nvPr/>
        </p:nvSpPr>
        <p:spPr>
          <a:xfrm>
            <a:off x="758952" y="3794760"/>
            <a:ext cx="8539033" cy="731520"/>
          </a:xfrm>
          <a:prstGeom prst="rect">
            <a:avLst/>
          </a:prstGeom>
          <a:solidFill>
            <a:srgbClr val="F6F5FF"/>
          </a:solidFill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5050F"/>
                </a:solidFill>
              </a:rPr>
              <a:t>122 готовых сайтов на 80 шаблонах. У каждого — свой адрес, три языка, админка и заявки в Telegram; у 62 — интернет-магазин с корзиной.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5120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КАТАЛОГ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F6F5FF"/>
                </a:solidFill>
              </a:rPr>
              <a:t>point.cero.uz/sites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5120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КОНСТРУКТОР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F6F5FF"/>
                </a:solidFill>
              </a:rPr>
              <a:t>atlas.genkai.workers.dev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5120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ДАТА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F6F5FF"/>
                </a:solidFill>
              </a:rPr>
              <a:t>18.10.2026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714232" y="5120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ВЕРСИЯ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F6F5FF"/>
                </a:solidFill>
              </a:rPr>
              <a:t>1.0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5050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ЧТО У НАС ЕСТЬ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4CF2"/>
                </a:solidFill>
              </a:rPr>
              <a:t>Что у нас есть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СКЛАД ГОТОВЫХ САЙТОВ</a:t>
            </a:r>
            <a:endParaRPr lang="en-US" sz="3000" dirty="0"/>
          </a:p>
        </p:txBody>
      </p:sp>
      <p:sp>
        <p:nvSpPr>
          <p:cNvPr id="5" name="lead"/>
          <p:cNvSpPr txBox="1"/>
          <p:nvPr/>
        </p:nvSpPr>
        <p:spPr>
          <a:xfrm>
            <a:off x="758952" y="2212848"/>
            <a:ext cx="90727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</a:rPr>
              <a:t>Каждый сайт — живое демо, которое клиент открывает с телефона. Продаём не «разработку», а готовую вещь за 3 дня.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" y="3063240"/>
            <a:ext cx="251757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291840"/>
            <a:ext cx="2115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297680"/>
            <a:ext cx="21152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</a:rPr>
              <a:t>готовых сайтов в каталоге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7692" y="3063240"/>
            <a:ext cx="251757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8860" y="3291840"/>
            <a:ext cx="2115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678860" y="4297680"/>
            <a:ext cx="21152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</a:rPr>
              <a:t>шаблонов дизайна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6432" y="3063240"/>
            <a:ext cx="251757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7600" y="3291840"/>
            <a:ext cx="2115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397600" y="4297680"/>
            <a:ext cx="21152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</a:rPr>
              <a:t>с интернет-магазином: корзина, заказ в Telegram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171" y="3063240"/>
            <a:ext cx="251757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16339" y="3291840"/>
            <a:ext cx="2115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· 20 · 20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16339" y="4297680"/>
            <a:ext cx="21152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</a:rPr>
              <a:t>кофеен · мебельных · по ковке металла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5050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6F5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КАК УСТРОЕНО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9ADFF"/>
                </a:solidFill>
              </a:rPr>
              <a:t>Как устроено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ЧЕТЫРЕ ЧАСТИ СИСТЕМЫ</a:t>
            </a:r>
            <a:endParaRPr lang="en-US" sz="3000" dirty="0"/>
          </a:p>
        </p:txBody>
      </p:sp>
      <p:sp>
        <p:nvSpPr>
          <p:cNvPr id="5" name="card Каталог"/>
          <p:cNvSpPr/>
          <p:nvPr/>
        </p:nvSpPr>
        <p:spPr>
          <a:xfrm>
            <a:off x="758952" y="2560320"/>
            <a:ext cx="2517572" cy="256032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6" name="corner"/>
          <p:cNvSpPr/>
          <p:nvPr/>
        </p:nvSpPr>
        <p:spPr>
          <a:xfrm rot="10800000">
            <a:off x="3075356" y="2560320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24912"/>
            <a:ext cx="2115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99232"/>
            <a:ext cx="20603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Каталог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83280"/>
            <a:ext cx="21152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point.cero.uz/sites — витрина: фильтр по нишам, демо, кнопка «Купить» → заявка в Telegram.</a:t>
            </a:r>
            <a:endParaRPr lang="en-US" sz="1100" dirty="0"/>
          </a:p>
        </p:txBody>
      </p:sp>
      <p:sp>
        <p:nvSpPr>
          <p:cNvPr id="10" name="card Демо-сайты"/>
          <p:cNvSpPr/>
          <p:nvPr/>
        </p:nvSpPr>
        <p:spPr>
          <a:xfrm>
            <a:off x="3477692" y="2560320"/>
            <a:ext cx="2517572" cy="256032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1" name="corner"/>
          <p:cNvSpPr/>
          <p:nvPr/>
        </p:nvSpPr>
        <p:spPr>
          <a:xfrm rot="10800000">
            <a:off x="5794096" y="2560320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78860" y="2724912"/>
            <a:ext cx="2115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78860" y="2999232"/>
            <a:ext cx="20603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Демо-сайты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78860" y="3383280"/>
            <a:ext cx="21152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Каждый на своём адресе &lt;имя&gt;.genkai.workers.dev, на трёх языках. Клиент смотрит до покупки; в магазинах можно пройти заказ до конца — сайт честно скажет, что это демо.</a:t>
            </a:r>
            <a:endParaRPr lang="en-US" sz="1100" dirty="0"/>
          </a:p>
        </p:txBody>
      </p:sp>
      <p:sp>
        <p:nvSpPr>
          <p:cNvPr id="15" name="card Конструктор Atlas"/>
          <p:cNvSpPr/>
          <p:nvPr/>
        </p:nvSpPr>
        <p:spPr>
          <a:xfrm>
            <a:off x="6196432" y="2560320"/>
            <a:ext cx="2517572" cy="256032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6" name="corner"/>
          <p:cNvSpPr/>
          <p:nvPr/>
        </p:nvSpPr>
        <p:spPr>
          <a:xfrm rot="10800000">
            <a:off x="8512835" y="2560320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97600" y="2724912"/>
            <a:ext cx="2115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97600" y="2999232"/>
            <a:ext cx="20603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Конструктор Atlas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97600" y="3383280"/>
            <a:ext cx="21152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atlas.genkai.workers.dev/admin — ваша общая админка: все сайты, «Выдать клиенту», домены.</a:t>
            </a:r>
            <a:endParaRPr lang="en-US" sz="1100" dirty="0"/>
          </a:p>
        </p:txBody>
      </p:sp>
      <p:sp>
        <p:nvSpPr>
          <p:cNvPr id="20" name="card Сайт клиента"/>
          <p:cNvSpPr/>
          <p:nvPr/>
        </p:nvSpPr>
        <p:spPr>
          <a:xfrm>
            <a:off x="8915171" y="2560320"/>
            <a:ext cx="2517572" cy="256032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21" name="corner"/>
          <p:cNvSpPr/>
          <p:nvPr/>
        </p:nvSpPr>
        <p:spPr>
          <a:xfrm rot="10800000">
            <a:off x="11231575" y="2560320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16339" y="2724912"/>
            <a:ext cx="2115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116339" y="2999232"/>
            <a:ext cx="20603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Сайт клиента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16339" y="3383280"/>
            <a:ext cx="21152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Копия демо под клиента: свой адрес или домен, своя админка с паролем, заявки в его Telegram.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5050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АДРЕСА И ДОСТУПЫ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4CF2"/>
                </a:solidFill>
              </a:rPr>
              <a:t>Адреса и доступы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ГДЕ ЧТО НАХОДИТСЯ</a:t>
            </a:r>
            <a:endParaRPr lang="en-US" sz="3000" dirty="0"/>
          </a:p>
        </p:txBody>
      </p:sp>
      <p:sp>
        <p:nvSpPr>
          <p:cNvPr id="5" name="card Ваша админка"/>
          <p:cNvSpPr/>
          <p:nvPr/>
        </p:nvSpPr>
        <p:spPr>
          <a:xfrm>
            <a:off x="758952" y="2377440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6" name="corner"/>
          <p:cNvSpPr/>
          <p:nvPr/>
        </p:nvSpPr>
        <p:spPr>
          <a:xfrm rot="10800000">
            <a:off x="3981602" y="2377440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542032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16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Ваша админка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00400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atlas.genkai.workers.dev/admin — пароль владельца конструктора (передан отдельно, в презентации его нет).</a:t>
            </a:r>
            <a:endParaRPr lang="en-US" sz="1100" dirty="0"/>
          </a:p>
        </p:txBody>
      </p:sp>
      <p:sp>
        <p:nvSpPr>
          <p:cNvPr id="10" name="card Каталог для клиентов"/>
          <p:cNvSpPr/>
          <p:nvPr/>
        </p:nvSpPr>
        <p:spPr>
          <a:xfrm>
            <a:off x="4383938" y="2377440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1" name="corner"/>
          <p:cNvSpPr/>
          <p:nvPr/>
        </p:nvSpPr>
        <p:spPr>
          <a:xfrm rot="10800000">
            <a:off x="7606589" y="2377440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5106" y="2542032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85106" y="2816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Каталог для клиентов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85106" y="3200400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point.cero.uz/sites — ссылку отправляем в рекламе, переписке и Instagram.</a:t>
            </a:r>
            <a:endParaRPr lang="en-US" sz="1100" dirty="0"/>
          </a:p>
        </p:txBody>
      </p:sp>
      <p:sp>
        <p:nvSpPr>
          <p:cNvPr id="15" name="card Заявки и КП"/>
          <p:cNvSpPr/>
          <p:nvPr/>
        </p:nvSpPr>
        <p:spPr>
          <a:xfrm>
            <a:off x="8008925" y="2377440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6" name="corner"/>
          <p:cNvSpPr/>
          <p:nvPr/>
        </p:nvSpPr>
        <p:spPr>
          <a:xfrm rot="10800000">
            <a:off x="11231575" y="2377440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10093" y="2542032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10093" y="2816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Заявки и КП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10093" y="3200400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point.cero.uz/admin — лиды с сайта и генератор КП. Заявки «Купить» приходят и в Telegram.</a:t>
            </a:r>
            <a:endParaRPr lang="en-US" sz="1100" dirty="0"/>
          </a:p>
        </p:txBody>
      </p:sp>
      <p:sp>
        <p:nvSpPr>
          <p:cNvPr id="20" name="card Админка клиента"/>
          <p:cNvSpPr/>
          <p:nvPr/>
        </p:nvSpPr>
        <p:spPr>
          <a:xfrm>
            <a:off x="758952" y="4352544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21" name="corner"/>
          <p:cNvSpPr/>
          <p:nvPr/>
        </p:nvSpPr>
        <p:spPr>
          <a:xfrm rot="10800000">
            <a:off x="3981602" y="4352544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517136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Админка клиента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175504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&lt;адрес сайта клиента&gt;/admin — у клиента свой пароль, видит только свой сайт.</a:t>
            </a:r>
            <a:endParaRPr lang="en-US" sz="1100" dirty="0"/>
          </a:p>
        </p:txBody>
      </p:sp>
      <p:sp>
        <p:nvSpPr>
          <p:cNvPr id="25" name="card Код"/>
          <p:cNvSpPr/>
          <p:nvPr/>
        </p:nvSpPr>
        <p:spPr>
          <a:xfrm>
            <a:off x="4383938" y="4352544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26" name="corner"/>
          <p:cNvSpPr/>
          <p:nvPr/>
        </p:nvSpPr>
        <p:spPr>
          <a:xfrm rot="10800000">
            <a:off x="7606589" y="4352544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5106" y="4517136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85106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Код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85106" y="5175504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GitHub: Genkkei/test (сайты и конструктор), Genkkei/environment (cero point).</a:t>
            </a:r>
            <a:endParaRPr lang="en-US" sz="1100" dirty="0"/>
          </a:p>
        </p:txBody>
      </p:sp>
      <p:sp>
        <p:nvSpPr>
          <p:cNvPr id="30" name="card Хостинг"/>
          <p:cNvSpPr/>
          <p:nvPr/>
        </p:nvSpPr>
        <p:spPr>
          <a:xfrm>
            <a:off x="8008925" y="4352544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31" name="corner"/>
          <p:cNvSpPr/>
          <p:nvPr/>
        </p:nvSpPr>
        <p:spPr>
          <a:xfrm rot="10800000">
            <a:off x="11231575" y="4352544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10093" y="4517136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10093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Хостинг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10093" y="5175504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Cloudflare: воркер atlas, база D1 atlas, фото R2 atlas-media, по воркеру на каждый сайт.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5050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6F5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ЦЕНЫ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9ADFF"/>
                </a:solidFill>
              </a:rPr>
              <a:t>Цены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СКОЛЬКО СТОИТ ГОТОВЫЙ САЙТ</a:t>
            </a:r>
            <a:endParaRPr lang="en-US" sz="3000" dirty="0"/>
          </a:p>
        </p:txBody>
      </p:sp>
      <p:sp>
        <p:nvSpPr>
          <p:cNvPr id="5" name="lead"/>
          <p:cNvSpPr txBox="1"/>
          <p:nvPr/>
        </p:nvSpPr>
        <p:spPr>
          <a:xfrm>
            <a:off x="758952" y="2212848"/>
            <a:ext cx="90727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3C6"/>
                </a:solidFill>
              </a:rPr>
              <a:t>Рынок Ташкента (медианы прайсов студий, октябрь 2026): лендинг ~3,5 млн, сайт компании ~8 млн сум. Готовый сайт дешевле и быстрее — это главный аргумент.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" y="2880360"/>
            <a:ext cx="3423818" cy="274320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044952"/>
            <a:ext cx="30214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Старт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83280"/>
            <a:ext cx="30214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2,5 млн сум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977640"/>
            <a:ext cx="302148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4B3C6"/>
                </a:solidFill>
              </a:rPr>
              <a:t>сайт из каталога под ваше название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4B3C6"/>
                </a:solidFill>
              </a:rPr>
              <a:t>тексты, цены, фото, контакты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4B3C6"/>
                </a:solidFill>
              </a:rPr>
              <a:t>3 языка, админка, адрес *.workers.dev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4B3C6"/>
                </a:solidFill>
              </a:rPr>
              <a:t>запуск за 1–3 дня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3938" y="2880360"/>
            <a:ext cx="3423818" cy="2743200"/>
          </a:xfrm>
          <a:prstGeom prst="rect">
            <a:avLst/>
          </a:prstGeom>
          <a:solidFill>
            <a:srgbClr val="F6F5FF"/>
          </a:solidFill>
          <a:ln w="9525">
            <a:solidFill>
              <a:srgbClr val="F6F5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5106" y="3044952"/>
            <a:ext cx="30214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Бизнес 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85106" y="3383280"/>
            <a:ext cx="30214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3,9 млн сум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85106" y="3977640"/>
            <a:ext cx="302148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всё из «Старт»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свой домен .uz подключаем мы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бот заявок в Telegram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карточки в Google и Яндекс Картах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</a:rPr>
              <a:t>обучение админке 30 минут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8925" y="2880360"/>
            <a:ext cx="3423818" cy="274320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10093" y="3044952"/>
            <a:ext cx="30214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Эксклюзив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0093" y="3383280"/>
            <a:ext cx="30214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6,9 млн сум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10093" y="3977640"/>
            <a:ext cx="302148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4B3C6"/>
                </a:solidFill>
              </a:rPr>
              <a:t>всё из «Бизнес»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4B3C6"/>
                </a:solidFill>
              </a:rPr>
              <a:t>демо снимаем с витрины — дизайн только у клиента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4B3C6"/>
                </a:solidFill>
              </a:rPr>
              <a:t>до 5 часов доработок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4B3C6"/>
                </a:solidFill>
              </a:rPr>
              <a:t>приоритетная поддержка 3 месяца</a:t>
            </a:r>
            <a:endParaRPr lang="en-US" sz="1100" dirty="0"/>
          </a:p>
        </p:txBody>
      </p:sp>
      <p:sp>
        <p:nvSpPr>
          <p:cNvPr id="18" name="note"/>
          <p:cNvSpPr txBox="1"/>
          <p:nvPr/>
        </p:nvSpPr>
        <p:spPr>
          <a:xfrm>
            <a:off x="758952" y="5806440"/>
            <a:ext cx="106737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Поддержка после запуска — 300 000 сум/мес: хостинг, правки до 1 часа, помощь с админкой. Наши расходы на хостинг — около $5 в месяц на все сайты сразу.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5050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СКОРОСТЬ ПРОДАЖ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4CF2"/>
                </a:solidFill>
              </a:rPr>
              <a:t>Скорость продаж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СКОЛЬКО И КАК БЫСТРО МОЖНО ПРОДАТЬ</a:t>
            </a:r>
            <a:endParaRPr lang="en-US" sz="3000" dirty="0"/>
          </a:p>
        </p:txBody>
      </p:sp>
      <p:sp>
        <p:nvSpPr>
          <p:cNvPr id="5" name="lead"/>
          <p:cNvSpPr txBox="1"/>
          <p:nvPr/>
        </p:nvSpPr>
        <p:spPr>
          <a:xfrm>
            <a:off x="758952" y="2212848"/>
            <a:ext cx="90727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</a:rPr>
              <a:t>Оценка, не обещание: типичные конверсии холодных продаж малому бизнесу. Сверить с реальными цифрами через 2 недели работы.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" y="2880360"/>
            <a:ext cx="0" cy="822960"/>
          </a:xfrm>
          <a:prstGeom prst="line">
            <a:avLst/>
          </a:prstGeom>
          <a:noFill/>
          <a:ln w="25400">
            <a:solidFill>
              <a:srgbClr val="5A4C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880360"/>
            <a:ext cx="243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1 000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контактов в месяц (50 в день)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27400" y="2880360"/>
            <a:ext cx="0" cy="822960"/>
          </a:xfrm>
          <a:prstGeom prst="line">
            <a:avLst/>
          </a:prstGeom>
          <a:noFill/>
          <a:ln w="25400">
            <a:solidFill>
              <a:srgbClr val="5A4C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4560" y="2880360"/>
            <a:ext cx="243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ответов (≈ 8%)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095848" y="2880360"/>
            <a:ext cx="0" cy="822960"/>
          </a:xfrm>
          <a:prstGeom prst="line">
            <a:avLst/>
          </a:prstGeom>
          <a:noFill/>
          <a:ln w="25400">
            <a:solidFill>
              <a:srgbClr val="5A4C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3008" y="2880360"/>
            <a:ext cx="243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созвонов / показов демо (≈ 25%)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764295" y="2880360"/>
            <a:ext cx="0" cy="822960"/>
          </a:xfrm>
          <a:prstGeom prst="line">
            <a:avLst/>
          </a:prstGeom>
          <a:noFill/>
          <a:ln w="25400">
            <a:solidFill>
              <a:srgbClr val="5A4C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01455" y="2880360"/>
            <a:ext cx="243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4–5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продаж (≈ 20–25%)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3931920"/>
          <a:ext cx="10673791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194560"/>
                <a:gridCol w="409011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Осторожно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продажи / мес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8 млн сум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только переписка, 1 человек по 2 часа в день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База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4–6 продаж / мес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16–24 млн сум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контактов в день + Instagram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Активно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8–12 продаж / мес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32–48 млн сум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05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таргет $300–500/мес и менеджер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E"/>
                    </a:solidFill>
                  </a:tcPr>
                </a:tc>
              </a:tr>
            </a:tbl>
          </a:graphicData>
        </a:graphic>
      </p:graphicFrame>
      <p:sp>
        <p:nvSpPr>
          <p:cNvPr id="15" name="note"/>
          <p:cNvSpPr txBox="1"/>
          <p:nvPr/>
        </p:nvSpPr>
        <p:spPr>
          <a:xfrm>
            <a:off x="758952" y="5394960"/>
            <a:ext cx="106737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Сделка от первого сообщения до оплаты: 2–7 дней. Запуск сайта после оплаты: 1–3 дня. Каждый месяц растёт поддержка: 10 клиентов × 300 000 = 3 млн сум/мес.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5050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6F5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КАНАЛЫ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9ADFF"/>
                </a:solidFill>
              </a:rPr>
              <a:t>Каналы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ГДЕ ИСКАТЬ ПОКУПАТЕЛЕЙ</a:t>
            </a:r>
            <a:endParaRPr lang="en-US" sz="3000" dirty="0"/>
          </a:p>
        </p:txBody>
      </p:sp>
      <p:sp>
        <p:nvSpPr>
          <p:cNvPr id="5" name="card Нишевые рассылки"/>
          <p:cNvSpPr/>
          <p:nvPr/>
        </p:nvSpPr>
        <p:spPr>
          <a:xfrm>
            <a:off x="758952" y="2377440"/>
            <a:ext cx="3423818" cy="1773936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6" name="corner"/>
          <p:cNvSpPr/>
          <p:nvPr/>
        </p:nvSpPr>
        <p:spPr>
          <a:xfrm rot="10800000">
            <a:off x="3981602" y="2377440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542032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16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Нишевые рассылки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00400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У нас по 20 сайтов для кофеен, мебельных и кузниц. Пишем владельцам из 2GIS и Instagram: «вот 20 сайтов именно для вашей ниши».</a:t>
            </a:r>
            <a:endParaRPr lang="en-US" sz="1100" dirty="0"/>
          </a:p>
        </p:txBody>
      </p:sp>
      <p:sp>
        <p:nvSpPr>
          <p:cNvPr id="10" name="card Instagram @ceropoint.uz"/>
          <p:cNvSpPr/>
          <p:nvPr/>
        </p:nvSpPr>
        <p:spPr>
          <a:xfrm>
            <a:off x="4383938" y="2377440"/>
            <a:ext cx="3423818" cy="1773936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1" name="corner"/>
          <p:cNvSpPr/>
          <p:nvPr/>
        </p:nvSpPr>
        <p:spPr>
          <a:xfrm rot="10800000">
            <a:off x="7606589" y="2377440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5106" y="2542032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85106" y="2816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 @ceropoint.uz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85106" y="3200400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Рилсы «сайт за 3 дня» с живыми демо, в шапке профиля — ссылка на каталог.</a:t>
            </a:r>
            <a:endParaRPr lang="en-US" sz="1100" dirty="0"/>
          </a:p>
        </p:txBody>
      </p:sp>
      <p:sp>
        <p:nvSpPr>
          <p:cNvPr id="15" name="card Таргет"/>
          <p:cNvSpPr/>
          <p:nvPr/>
        </p:nvSpPr>
        <p:spPr>
          <a:xfrm>
            <a:off x="8008925" y="2377440"/>
            <a:ext cx="3423818" cy="1773936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6" name="corner"/>
          <p:cNvSpPr/>
          <p:nvPr/>
        </p:nvSpPr>
        <p:spPr>
          <a:xfrm rot="10800000">
            <a:off x="11231575" y="2377440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10093" y="2542032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10093" y="2816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Таргет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10093" y="3200400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Реклама на владельцев бизнеса в Ташкенте, ведёт сразу в каталог с фильтром ниши.</a:t>
            </a:r>
            <a:endParaRPr lang="en-US" sz="1100" dirty="0"/>
          </a:p>
        </p:txBody>
      </p:sp>
      <p:sp>
        <p:nvSpPr>
          <p:cNvPr id="20" name="card Telegram-чаты"/>
          <p:cNvSpPr/>
          <p:nvPr/>
        </p:nvSpPr>
        <p:spPr>
          <a:xfrm>
            <a:off x="758952" y="4352544"/>
            <a:ext cx="3423818" cy="1773936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21" name="corner"/>
          <p:cNvSpPr/>
          <p:nvPr/>
        </p:nvSpPr>
        <p:spPr>
          <a:xfrm rot="10800000">
            <a:off x="3981602" y="4352544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517136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Telegram-чаты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175504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Чаты предпринимателей, рестораторов, мебельщиков — пост с 3–4 демо и ссылкой на каталог.</a:t>
            </a:r>
            <a:endParaRPr lang="en-US" sz="1100" dirty="0"/>
          </a:p>
        </p:txBody>
      </p:sp>
      <p:sp>
        <p:nvSpPr>
          <p:cNvPr id="25" name="card Партнёры"/>
          <p:cNvSpPr/>
          <p:nvPr/>
        </p:nvSpPr>
        <p:spPr>
          <a:xfrm>
            <a:off x="4383938" y="4352544"/>
            <a:ext cx="3423818" cy="1773936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26" name="corner"/>
          <p:cNvSpPr/>
          <p:nvPr/>
        </p:nvSpPr>
        <p:spPr>
          <a:xfrm rot="10800000">
            <a:off x="7606589" y="4352544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5106" y="4517136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85106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Партнёры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85106" y="5175504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SMM-специалисты, фотографы, бухгалтеры: 10–15% с каждой продажи по их рекомендации.</a:t>
            </a:r>
            <a:endParaRPr lang="en-US" sz="1100" dirty="0"/>
          </a:p>
        </p:txBody>
      </p:sp>
      <p:sp>
        <p:nvSpPr>
          <p:cNvPr id="30" name="card Повторные продажи"/>
          <p:cNvSpPr/>
          <p:nvPr/>
        </p:nvSpPr>
        <p:spPr>
          <a:xfrm>
            <a:off x="8008925" y="4352544"/>
            <a:ext cx="3423818" cy="1773936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31" name="corner"/>
          <p:cNvSpPr/>
          <p:nvPr/>
        </p:nvSpPr>
        <p:spPr>
          <a:xfrm rot="10800000">
            <a:off x="11231575" y="4352544"/>
            <a:ext cx="201168" cy="201168"/>
          </a:xfrm>
          <a:prstGeom prst="rtTriangle">
            <a:avLst/>
          </a:prstGeom>
          <a:solidFill>
            <a:srgbClr val="34344E"/>
          </a:solidFill>
          <a:ln w="12700">
            <a:solidFill>
              <a:srgbClr val="34344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10093" y="4517136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10093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Повторные продажи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10093" y="5175504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Клиенту — CRM, Telegram-магазин, реклама, второй сайт. КП — в генераторе cero point.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5050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КАК ПРОДАВАТЬ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4CF2"/>
                </a:solidFill>
              </a:rPr>
              <a:t>Как продавать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РАЗГОВОР С КЛИЕНТОМ ЗА 5 ШАГОВ</a:t>
            </a:r>
            <a:endParaRPr lang="en-US" sz="3000" dirty="0"/>
          </a:p>
        </p:txBody>
      </p:sp>
      <p:sp>
        <p:nvSpPr>
          <p:cNvPr id="5" name="step 1"/>
          <p:cNvSpPr/>
          <p:nvPr/>
        </p:nvSpPr>
        <p:spPr>
          <a:xfrm>
            <a:off x="758952" y="2377440"/>
            <a:ext cx="10673791" cy="67117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468880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4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450592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Первое сообщение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Коротко и про его бизнес: «Здравствуйте! Сделали готовые сайты для кофеен Ташкента — вот 3 на выбор: &lt;ссылки&gt;. Запуск за 3 дня, цена от 2,5 млн».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758952" y="3158338"/>
            <a:ext cx="10673791" cy="67117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3249778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4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36192" y="3231490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Показ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Ссылка на 2–3 демо его ниши + каталог с фильтром. Просим открыть с телефона.</a:t>
            </a:r>
            <a:endParaRPr lang="en-US" sz="1300" dirty="0"/>
          </a:p>
        </p:txBody>
      </p:sp>
      <p:sp>
        <p:nvSpPr>
          <p:cNvPr id="11" name="step 3"/>
          <p:cNvSpPr/>
          <p:nvPr/>
        </p:nvSpPr>
        <p:spPr>
          <a:xfrm>
            <a:off x="758952" y="3939235"/>
            <a:ext cx="10673791" cy="67117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" y="4030675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4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4012387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Созвон 10 минут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Что ему важно: заявки, меню, запись, языки. Показываем админку и форму заявки в Telegram.</a:t>
            </a:r>
            <a:endParaRPr lang="en-US" sz="1300" dirty="0"/>
          </a:p>
        </p:txBody>
      </p:sp>
      <p:sp>
        <p:nvSpPr>
          <p:cNvPr id="14" name="step 4"/>
          <p:cNvSpPr/>
          <p:nvPr/>
        </p:nvSpPr>
        <p:spPr>
          <a:xfrm>
            <a:off x="758952" y="4720133"/>
            <a:ext cx="10673791" cy="67117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4811573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4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36192" y="4793285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КП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Генератор КП в point.cero.uz/admin: заготовка «Лендинг» или «Сайт компании», цена по тарифу.</a:t>
            </a:r>
            <a:endParaRPr lang="en-US" sz="1300" dirty="0"/>
          </a:p>
        </p:txBody>
      </p:sp>
      <p:sp>
        <p:nvSpPr>
          <p:cNvPr id="17" name="step 5"/>
          <p:cNvSpPr/>
          <p:nvPr/>
        </p:nvSpPr>
        <p:spPr>
          <a:xfrm>
            <a:off x="758952" y="5501030"/>
            <a:ext cx="10673791" cy="67117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5592470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4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5574182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Оплата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50% предоплата — начинаем; 50% — после запуска. Без предоплаты сайт не выдаём.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5050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6F5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КЛИЕНТ ЗАПЛАТИЛ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9ADFF"/>
                </a:solidFill>
              </a:rPr>
              <a:t>Клиент заплатил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ВЫДАТЬ САЙТ КЛИЕНТУ — 1 КНОПКА</a:t>
            </a:r>
            <a:endParaRPr lang="en-US" sz="3000" dirty="0"/>
          </a:p>
        </p:txBody>
      </p:sp>
      <p:sp>
        <p:nvSpPr>
          <p:cNvPr id="5" name="step 1"/>
          <p:cNvSpPr/>
          <p:nvPr/>
        </p:nvSpPr>
        <p:spPr>
          <a:xfrm>
            <a:off x="758952" y="2377440"/>
            <a:ext cx="10673791" cy="67117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468880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A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450592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Откройте свою админку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atlas.genkai.workers.dev/admin → у нужного демо нажмите «Выдать клиенту».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758952" y="3158338"/>
            <a:ext cx="10673791" cy="67117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3249778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A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36192" y="3231490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Впишите название и адрес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Название бизнеса клиента и адрес латиницей (например, bahor). Нажмите «Выдать клиенту».</a:t>
            </a:r>
            <a:endParaRPr lang="en-US" sz="1300" dirty="0"/>
          </a:p>
        </p:txBody>
      </p:sp>
      <p:sp>
        <p:nvSpPr>
          <p:cNvPr id="11" name="step 3"/>
          <p:cNvSpPr/>
          <p:nvPr/>
        </p:nvSpPr>
        <p:spPr>
          <a:xfrm>
            <a:off x="758952" y="3939235"/>
            <a:ext cx="10673791" cy="67117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" y="4030675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A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4012387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Готово за минуту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Система сама делает копию демо, адрес &lt;адрес&gt;.genkai.workers.dev, админку и пароль.</a:t>
            </a:r>
            <a:endParaRPr lang="en-US" sz="1300" dirty="0"/>
          </a:p>
        </p:txBody>
      </p:sp>
      <p:sp>
        <p:nvSpPr>
          <p:cNvPr id="14" name="step 4"/>
          <p:cNvSpPr/>
          <p:nvPr/>
        </p:nvSpPr>
        <p:spPr>
          <a:xfrm>
            <a:off x="758952" y="4720133"/>
            <a:ext cx="10673791" cy="67117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4811573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A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36192" y="4793285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Скопируйте сообщение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Кнопка «Скопировать сообщение» — в нём сайт, админка и пароль. Отправьте клиенту.</a:t>
            </a:r>
            <a:endParaRPr lang="en-US" sz="1300" dirty="0"/>
          </a:p>
        </p:txBody>
      </p:sp>
      <p:sp>
        <p:nvSpPr>
          <p:cNvPr id="17" name="step 5"/>
          <p:cNvSpPr/>
          <p:nvPr/>
        </p:nvSpPr>
        <p:spPr>
          <a:xfrm>
            <a:off x="758952" y="5501030"/>
            <a:ext cx="10673791" cy="671170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5592470"/>
            <a:ext cx="457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A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5574182"/>
            <a:ext cx="966795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Наполните вместе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Тексты, фото, цены, контакты — в редакторе сайта. Демо в каталоге остаётся, его продаём дальше.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5050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СВОЙ ДОМЕН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4CF2"/>
                </a:solidFill>
              </a:rPr>
              <a:t>Свой домен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ПОДКЛЮЧИТЬ ДОМЕН КЛИЕНТА</a:t>
            </a:r>
            <a:endParaRPr lang="en-US" sz="3000" dirty="0"/>
          </a:p>
        </p:txBody>
      </p:sp>
      <p:sp>
        <p:nvSpPr>
          <p:cNvPr id="5" name="step 1"/>
          <p:cNvSpPr/>
          <p:nvPr/>
        </p:nvSpPr>
        <p:spPr>
          <a:xfrm>
            <a:off x="758952" y="2377440"/>
            <a:ext cx="10673791" cy="71780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468880"/>
            <a:ext cx="457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4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450592"/>
            <a:ext cx="9667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Купить домен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Клиент или вы покупаете домен .uz у регистратора: ahost.uz, webspace.uz, cctld.uz (≈ 100–150 тыс. сум в год).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758952" y="3204972"/>
            <a:ext cx="10673791" cy="71780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3296412"/>
            <a:ext cx="457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4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36192" y="3278124"/>
            <a:ext cx="9667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Вписать в админке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Редактор сайта → «Публикация и домен» → впишите домен → «Подключить».</a:t>
            </a:r>
            <a:endParaRPr lang="en-US" sz="1300" dirty="0"/>
          </a:p>
        </p:txBody>
      </p:sp>
      <p:sp>
        <p:nvSpPr>
          <p:cNvPr id="11" name="step 3"/>
          <p:cNvSpPr/>
          <p:nvPr/>
        </p:nvSpPr>
        <p:spPr>
          <a:xfrm>
            <a:off x="758952" y="4032504"/>
            <a:ext cx="10673791" cy="71780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" y="4123944"/>
            <a:ext cx="457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4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4105656"/>
            <a:ext cx="9667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Поменять 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Админка покажет два адреса NS. В кабинете регистратора замените NS-серверы на них.</a:t>
            </a:r>
            <a:endParaRPr lang="en-US" sz="1300" dirty="0"/>
          </a:p>
        </p:txBody>
      </p:sp>
      <p:sp>
        <p:nvSpPr>
          <p:cNvPr id="14" name="step 4"/>
          <p:cNvSpPr/>
          <p:nvPr/>
        </p:nvSpPr>
        <p:spPr>
          <a:xfrm>
            <a:off x="758952" y="4860036"/>
            <a:ext cx="10673791" cy="717804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4951476"/>
            <a:ext cx="457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4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36192" y="4933188"/>
            <a:ext cx="9667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Нажать ещё раз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Через 1–24 часа снова «Подключить» — домен привяжется, сертификат HTTPS выпустится сам.</a:t>
            </a:r>
            <a:endParaRPr lang="en-US" sz="1300" dirty="0"/>
          </a:p>
        </p:txBody>
      </p:sp>
      <p:sp>
        <p:nvSpPr>
          <p:cNvPr id="17" name="note"/>
          <p:cNvSpPr txBox="1"/>
          <p:nvPr/>
        </p:nvSpPr>
        <p:spPr>
          <a:xfrm>
            <a:off x="758952" y="5669280"/>
            <a:ext cx="106737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После этого домен становится главным адресом сайта для Google. Старый адрес *.workers.dev тоже продолжает работать.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5050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6F5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ЗАЯВКИ В TELEGRAM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9ADFF"/>
                </a:solidFill>
              </a:rPr>
              <a:t>Заявки в Telegram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БОТ ЗАЯВОК — 3 МИНУТЫ ВМЕСТЕ С КЛИЕНТОМ</a:t>
            </a:r>
            <a:endParaRPr lang="en-US" sz="3000" dirty="0"/>
          </a:p>
        </p:txBody>
      </p:sp>
      <p:sp>
        <p:nvSpPr>
          <p:cNvPr id="5" name="step 1"/>
          <p:cNvSpPr/>
          <p:nvPr/>
        </p:nvSpPr>
        <p:spPr>
          <a:xfrm>
            <a:off x="758952" y="2377440"/>
            <a:ext cx="10673791" cy="717804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468880"/>
            <a:ext cx="457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A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450592"/>
            <a:ext cx="9667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Создать бота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В Telegram открыть @BotFather → /newbot → название → адрес на английском с окончанием bot. Прислать токен.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758952" y="3204972"/>
            <a:ext cx="10673791" cy="717804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3296412"/>
            <a:ext cx="457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A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36192" y="3278124"/>
            <a:ext cx="9667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Вставить токен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Админка сайта → «Заявки в Telegram» → вставить токен → «Подключить».</a:t>
            </a:r>
            <a:endParaRPr lang="en-US" sz="1300" dirty="0"/>
          </a:p>
        </p:txBody>
      </p:sp>
      <p:sp>
        <p:nvSpPr>
          <p:cNvPr id="11" name="step 3"/>
          <p:cNvSpPr/>
          <p:nvPr/>
        </p:nvSpPr>
        <p:spPr>
          <a:xfrm>
            <a:off x="758952" y="4032504"/>
            <a:ext cx="10673791" cy="717804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" y="4123944"/>
            <a:ext cx="457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A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4105656"/>
            <a:ext cx="9667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Нажать Start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Открыть своего бота по кнопке в админке и нажать Start — с каждого телефона, куда нужны заявки.</a:t>
            </a:r>
            <a:endParaRPr lang="en-US" sz="1300" dirty="0"/>
          </a:p>
        </p:txBody>
      </p:sp>
      <p:sp>
        <p:nvSpPr>
          <p:cNvPr id="14" name="step 4"/>
          <p:cNvSpPr/>
          <p:nvPr/>
        </p:nvSpPr>
        <p:spPr>
          <a:xfrm>
            <a:off x="758952" y="4860036"/>
            <a:ext cx="10673791" cy="717804"/>
          </a:xfrm>
          <a:prstGeom prst="rect">
            <a:avLst/>
          </a:prstGeom>
          <a:solidFill>
            <a:srgbClr val="15152A"/>
          </a:solidFill>
          <a:ln w="9525">
            <a:solidFill>
              <a:srgbClr val="3434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4951476"/>
            <a:ext cx="457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A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36192" y="4933188"/>
            <a:ext cx="9667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Проверить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«Отправить пробную заявку» — в Telegram придёт сообщение. Включить «Принимать заявки с сайта» и «Сохранить».</a:t>
            </a:r>
            <a:endParaRPr lang="en-US" sz="1300" dirty="0"/>
          </a:p>
        </p:txBody>
      </p:sp>
      <p:sp>
        <p:nvSpPr>
          <p:cNvPr id="17" name="note"/>
          <p:cNvSpPr txBox="1"/>
          <p:nvPr/>
        </p:nvSpPr>
        <p:spPr>
          <a:xfrm>
            <a:off x="758952" y="5669280"/>
            <a:ext cx="106737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3C6"/>
                </a:solidFill>
              </a:rPr>
              <a:t>На сайте кнопки «Заказать / Записаться» открывают форму: имя, телефон, дата и время или что заказать. Заявка приходит владельцу за секунду.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5050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АДМИНКА КЛИЕНТА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4CF2"/>
                </a:solidFill>
              </a:rPr>
              <a:t>Админка клиента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КЛИЕНТ ДЕЛАЕТ САМ</a:t>
            </a:r>
            <a:endParaRPr lang="en-US" sz="3000" dirty="0"/>
          </a:p>
        </p:txBody>
      </p:sp>
      <p:sp>
        <p:nvSpPr>
          <p:cNvPr id="5" name="card С чего начать"/>
          <p:cNvSpPr/>
          <p:nvPr/>
        </p:nvSpPr>
        <p:spPr>
          <a:xfrm>
            <a:off x="758952" y="2377440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6" name="corner"/>
          <p:cNvSpPr/>
          <p:nvPr/>
        </p:nvSpPr>
        <p:spPr>
          <a:xfrm rot="10800000">
            <a:off x="3981602" y="2377440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542032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16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 чего начать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00400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Пошаговая памятка на первом экране админки — для тех, кто впервые видит админку.</a:t>
            </a:r>
            <a:endParaRPr lang="en-US" sz="1100" dirty="0"/>
          </a:p>
        </p:txBody>
      </p:sp>
      <p:sp>
        <p:nvSpPr>
          <p:cNvPr id="10" name="card Тексты и блоки"/>
          <p:cNvSpPr/>
          <p:nvPr/>
        </p:nvSpPr>
        <p:spPr>
          <a:xfrm>
            <a:off x="4383938" y="2377440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1" name="corner"/>
          <p:cNvSpPr/>
          <p:nvPr/>
        </p:nvSpPr>
        <p:spPr>
          <a:xfrm rot="10800000">
            <a:off x="7606589" y="2377440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5106" y="2542032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85106" y="2816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Тексты и блоки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85106" y="3200400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Меню, цены, услуги, фото, отзывы, вопросы — меняются прямо в полях, превью справа.</a:t>
            </a:r>
            <a:endParaRPr lang="en-US" sz="1100" dirty="0"/>
          </a:p>
        </p:txBody>
      </p:sp>
      <p:sp>
        <p:nvSpPr>
          <p:cNvPr id="15" name="card Контакты и часы"/>
          <p:cNvSpPr/>
          <p:nvPr/>
        </p:nvSpPr>
        <p:spPr>
          <a:xfrm>
            <a:off x="8008925" y="2377440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6" name="corner"/>
          <p:cNvSpPr/>
          <p:nvPr/>
        </p:nvSpPr>
        <p:spPr>
          <a:xfrm rot="10800000">
            <a:off x="11231575" y="2377440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10093" y="2542032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10093" y="2816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Контакты и часы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10093" y="3200400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Телефон, адрес, часы работы, соцсети — их же видят Google и Яндекс Карты.</a:t>
            </a:r>
            <a:endParaRPr lang="en-US" sz="1100" dirty="0"/>
          </a:p>
        </p:txBody>
      </p:sp>
      <p:sp>
        <p:nvSpPr>
          <p:cNvPr id="20" name="card 3 языка"/>
          <p:cNvSpPr/>
          <p:nvPr/>
        </p:nvSpPr>
        <p:spPr>
          <a:xfrm>
            <a:off x="758952" y="4352544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21" name="corner"/>
          <p:cNvSpPr/>
          <p:nvPr/>
        </p:nvSpPr>
        <p:spPr>
          <a:xfrm rot="10800000">
            <a:off x="3981602" y="4352544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517136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языка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175504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Переключатель «Русский · O‘zbekcha · English» — правит тексты каждой версии.</a:t>
            </a:r>
            <a:endParaRPr lang="en-US" sz="1100" dirty="0"/>
          </a:p>
        </p:txBody>
      </p:sp>
      <p:sp>
        <p:nvSpPr>
          <p:cNvPr id="25" name="card Заявки в Telegram"/>
          <p:cNvSpPr/>
          <p:nvPr/>
        </p:nvSpPr>
        <p:spPr>
          <a:xfrm>
            <a:off x="4383938" y="4352544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26" name="corner"/>
          <p:cNvSpPr/>
          <p:nvPr/>
        </p:nvSpPr>
        <p:spPr>
          <a:xfrm rot="10800000">
            <a:off x="7606589" y="4352544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5106" y="4517136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85106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Заявки в Telegram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85106" y="5175504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Подключение бота по шагам, пробная заявка, выбор «Заказ» или «Запись».</a:t>
            </a:r>
            <a:endParaRPr lang="en-US" sz="1100" dirty="0"/>
          </a:p>
        </p:txBody>
      </p:sp>
      <p:sp>
        <p:nvSpPr>
          <p:cNvPr id="30" name="card Пароль"/>
          <p:cNvSpPr/>
          <p:nvPr/>
        </p:nvSpPr>
        <p:spPr>
          <a:xfrm>
            <a:off x="8008925" y="4352544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31" name="corner"/>
          <p:cNvSpPr/>
          <p:nvPr/>
        </p:nvSpPr>
        <p:spPr>
          <a:xfrm rot="10800000">
            <a:off x="11231575" y="4352544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10093" y="4517136"/>
            <a:ext cx="302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10093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Пароль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10093" y="5175504"/>
            <a:ext cx="302148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Клиент меняет пароль сам. Забыл — вы выдаёте новый во вкладке «Пароль».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5050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6F5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ПЕРЕДАЧА КЛИЕНТУ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9ADFF"/>
                </a:solidFill>
              </a:rPr>
              <a:t>Передача клиенту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ОТПРАВИТЬ И ЧТО НЕТ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37744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9ADFF"/>
                </a:solidFill>
              </a:rPr>
              <a:t>Отправить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788920"/>
            <a:ext cx="34238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F6F5FF"/>
                </a:solidFill>
              </a:rPr>
              <a:t>Адрес сайта и админки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F6F5FF"/>
                </a:solidFill>
              </a:rPr>
              <a:t>Пароль владельца сайта (из «Выдать клиенту» или «Пароль»)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F6F5FF"/>
                </a:solidFill>
              </a:rPr>
              <a:t>Эту короткую памятку: «вкладка С чего начать»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F6F5FF"/>
                </a:solidFill>
              </a:rPr>
              <a:t>Акт и счёт / договор, если нужен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83938" y="237744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9ADFF"/>
                </a:solidFill>
              </a:rPr>
              <a:t>Никогда не отправлять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83938" y="2788920"/>
            <a:ext cx="34238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F6F5FF"/>
                </a:solidFill>
              </a:rPr>
              <a:t>Пароль от вашей админки Atlas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F6F5FF"/>
                </a:solidFill>
              </a:rPr>
              <a:t>Доступы Cloudflare и GitHub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F6F5FF"/>
                </a:solidFill>
              </a:rPr>
              <a:t>Токен своего бота — у клиента свой бот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F6F5FF"/>
                </a:solidFill>
              </a:rPr>
              <a:t>Чужие демо как «эксклюзив» без тарифа «Эксклюзив»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08925" y="237744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9ADFF"/>
                </a:solidFill>
              </a:rPr>
              <a:t>Сообщение клиенту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08925" y="2788920"/>
            <a:ext cx="3423818" cy="2194560"/>
          </a:xfrm>
          <a:prstGeom prst="rect">
            <a:avLst/>
          </a:prstGeom>
          <a:solidFill>
            <a:srgbClr val="F6F5FF"/>
          </a:solidFill>
          <a:ln/>
        </p:spPr>
        <p:txBody>
          <a:bodyPr wrap="square" lIns="127000" tIns="152400" rIns="1524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50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 сайт готов!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50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Сайт: https://bahor.genkai.workers.dev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50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Админка: https://bahor.genkai.workers.dev/admin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50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Пароль: ••••••••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50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админке — вкладка «С чего начать».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5050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ЕСЛИ ЧТО-ТО НЕ ТАК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4CF2"/>
                </a:solidFill>
              </a:rPr>
              <a:t>Если что-то не так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ЧАСТЫЕ СИТУАЦИИ</a:t>
            </a:r>
            <a:endParaRPr lang="en-US" sz="3000" dirty="0"/>
          </a:p>
        </p:txBody>
      </p:sp>
      <p:sp>
        <p:nvSpPr>
          <p:cNvPr id="5" name="card Клиент забыл пароль"/>
          <p:cNvSpPr/>
          <p:nvPr/>
        </p:nvSpPr>
        <p:spPr>
          <a:xfrm>
            <a:off x="758952" y="2377440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6" name="corner"/>
          <p:cNvSpPr/>
          <p:nvPr/>
        </p:nvSpPr>
        <p:spPr>
          <a:xfrm rot="10800000">
            <a:off x="3981602" y="2377440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54203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Клиент забыл пароль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26080"/>
            <a:ext cx="302148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Ваша админка → сайт → «Пароль» → «Выдать новый пароль владельцу». Старый перестаёт работать.</a:t>
            </a:r>
            <a:endParaRPr lang="en-US" sz="1100" dirty="0"/>
          </a:p>
        </p:txBody>
      </p:sp>
      <p:sp>
        <p:nvSpPr>
          <p:cNvPr id="9" name="card Сайт не открывается"/>
          <p:cNvSpPr/>
          <p:nvPr/>
        </p:nvSpPr>
        <p:spPr>
          <a:xfrm>
            <a:off x="4383938" y="2377440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0" name="corner"/>
          <p:cNvSpPr/>
          <p:nvPr/>
        </p:nvSpPr>
        <p:spPr>
          <a:xfrm rot="10800000">
            <a:off x="7606589" y="2377440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5106" y="254203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Сайт не открывается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85106" y="2926080"/>
            <a:ext cx="302148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Редактор → «Публикация и домен» → «Опубликовать адрес заново». Первые полминуты после выдачи — нормально.</a:t>
            </a:r>
            <a:endParaRPr lang="en-US" sz="1100" dirty="0"/>
          </a:p>
        </p:txBody>
      </p:sp>
      <p:sp>
        <p:nvSpPr>
          <p:cNvPr id="13" name="card Заявки не приходят"/>
          <p:cNvSpPr/>
          <p:nvPr/>
        </p:nvSpPr>
        <p:spPr>
          <a:xfrm>
            <a:off x="8008925" y="2377440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4" name="corner"/>
          <p:cNvSpPr/>
          <p:nvPr/>
        </p:nvSpPr>
        <p:spPr>
          <a:xfrm rot="10800000">
            <a:off x="11231575" y="2377440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10093" y="254203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Заявки не приходят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0093" y="2926080"/>
            <a:ext cx="302148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Проверить: бот подключён, Start нажат, «Принимать заявки» включено и сохранено, пробная заявка доходит.</a:t>
            </a:r>
            <a:endParaRPr lang="en-US" sz="1100" dirty="0"/>
          </a:p>
        </p:txBody>
      </p:sp>
      <p:sp>
        <p:nvSpPr>
          <p:cNvPr id="17" name="card Клиент «сломал» сайт"/>
          <p:cNvSpPr/>
          <p:nvPr/>
        </p:nvSpPr>
        <p:spPr>
          <a:xfrm>
            <a:off x="758952" y="4352544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18" name="corner"/>
          <p:cNvSpPr/>
          <p:nvPr/>
        </p:nvSpPr>
        <p:spPr>
          <a:xfrm rot="10800000">
            <a:off x="3981602" y="4352544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51713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Клиент «сломал» сайт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901184"/>
            <a:ext cx="302148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Ничего не удаляется насовсем: исходник демо лежит в коде. Восстановим из демо или JSON.</a:t>
            </a:r>
            <a:endParaRPr lang="en-US" sz="1100" dirty="0"/>
          </a:p>
        </p:txBody>
      </p:sp>
      <p:sp>
        <p:nvSpPr>
          <p:cNvPr id="21" name="card Хотят другой дизайн"/>
          <p:cNvSpPr/>
          <p:nvPr/>
        </p:nvSpPr>
        <p:spPr>
          <a:xfrm>
            <a:off x="4383938" y="4352544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22" name="corner"/>
          <p:cNvSpPr/>
          <p:nvPr/>
        </p:nvSpPr>
        <p:spPr>
          <a:xfrm rot="10800000">
            <a:off x="7606589" y="4352544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85106" y="451713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Хотят другой дизайн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85106" y="4901184"/>
            <a:ext cx="302148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Шаблон меняется во вкладке «Цвета и шрифты» — тексты остаются. Это доработка по тарифу.</a:t>
            </a:r>
            <a:endParaRPr lang="en-US" sz="1100" dirty="0"/>
          </a:p>
        </p:txBody>
      </p:sp>
      <p:sp>
        <p:nvSpPr>
          <p:cNvPr id="25" name="card Нужен новый сайт в каталог"/>
          <p:cNvSpPr/>
          <p:nvPr/>
        </p:nvSpPr>
        <p:spPr>
          <a:xfrm>
            <a:off x="8008925" y="4352544"/>
            <a:ext cx="3423818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FCFD8"/>
            </a:solidFill>
            <a:prstDash val="solid"/>
          </a:ln>
        </p:spPr>
      </p:sp>
      <p:sp>
        <p:nvSpPr>
          <p:cNvPr id="26" name="corner"/>
          <p:cNvSpPr/>
          <p:nvPr/>
        </p:nvSpPr>
        <p:spPr>
          <a:xfrm rot="10800000">
            <a:off x="11231575" y="4352544"/>
            <a:ext cx="201168" cy="201168"/>
          </a:xfrm>
          <a:prstGeom prst="rtTriangle">
            <a:avLst/>
          </a:prstGeom>
          <a:solidFill>
            <a:srgbClr val="CFCFD8"/>
          </a:solidFill>
          <a:ln w="12700">
            <a:solidFill>
              <a:srgbClr val="CFC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10093" y="451713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505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Нужен новый сайт в каталог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10093" y="4901184"/>
            <a:ext cx="302148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В админке «Новый сайт» или «Копия» любого демо → наполнить → отметить «Продаётся».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5050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860743" y="429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6F5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КАЖДЫЙ ДЕНЬ</a:t>
            </a:r>
            <a:endParaRPr lang="en-US" sz="900" dirty="0"/>
          </a:p>
        </p:txBody>
      </p:sp>
      <p:sp>
        <p:nvSpPr>
          <p:cNvPr id="3" name="label"/>
          <p:cNvSpPr txBox="1"/>
          <p:nvPr/>
        </p:nvSpPr>
        <p:spPr>
          <a:xfrm>
            <a:off x="758952" y="9601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9ADFF"/>
                </a:solidFill>
              </a:rPr>
              <a:t>Каждый день</a:t>
            </a:r>
            <a:endParaRPr lang="en-US" sz="1500" dirty="0"/>
          </a:p>
        </p:txBody>
      </p:sp>
      <p:sp>
        <p:nvSpPr>
          <p:cNvPr id="4" name="title"/>
          <p:cNvSpPr txBox="1"/>
          <p:nvPr/>
        </p:nvSpPr>
        <p:spPr>
          <a:xfrm>
            <a:off x="758952" y="1325880"/>
            <a:ext cx="10673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ЧЕК-ЛИСТ ПРОДАЖ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377440"/>
            <a:ext cx="10673791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□"/>
            </a:pPr>
            <a:r>
              <a:rPr lang="en-US" sz="1700" dirty="0">
                <a:solidFill>
                  <a:srgbClr val="F6F5FF"/>
                </a:solidFill>
              </a:rPr>
              <a:t>50 новых контактов в одной нише (2GIS, Instagram)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□"/>
            </a:pPr>
            <a:r>
              <a:rPr lang="en-US" sz="1700" dirty="0">
                <a:solidFill>
                  <a:srgbClr val="F6F5FF"/>
                </a:solidFill>
              </a:rPr>
              <a:t>Ответить на все заявки из Telegram за 15 минут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□"/>
            </a:pPr>
            <a:r>
              <a:rPr lang="en-US" sz="1700" dirty="0">
                <a:solidFill>
                  <a:srgbClr val="F6F5FF"/>
                </a:solidFill>
              </a:rPr>
              <a:t>Созвоны: показать 2–3 демо и админку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□"/>
            </a:pPr>
            <a:r>
              <a:rPr lang="en-US" sz="1700" dirty="0">
                <a:solidFill>
                  <a:srgbClr val="F6F5FF"/>
                </a:solidFill>
              </a:rPr>
              <a:t>КП тем, кто «думает», — в тот же день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□"/>
            </a:pPr>
            <a:r>
              <a:rPr lang="en-US" sz="1700" dirty="0">
                <a:solidFill>
                  <a:srgbClr val="F6F5FF"/>
                </a:solidFill>
              </a:rPr>
              <a:t>Выдать оплаченные сайты и отправить доступы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□"/>
            </a:pPr>
            <a:r>
              <a:rPr lang="en-US" sz="1700" dirty="0">
                <a:solidFill>
                  <a:srgbClr val="F6F5FF"/>
                </a:solidFill>
              </a:rPr>
              <a:t>Раз в неделю — рилс с новым демо в Instagram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□"/>
            </a:pPr>
            <a:r>
              <a:rPr lang="en-US" sz="1700" dirty="0">
                <a:solidFill>
                  <a:srgbClr val="F6F5FF"/>
                </a:solidFill>
              </a:rPr>
              <a:t>Раз в месяц — предложить клиентам поддержку и допродажи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58952" y="2377440"/>
            <a:ext cx="1067379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F6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ПРОДАЁМ ГОТОВОЕ — БЫСТРО И ЧЕСТНО</a:t>
            </a:r>
            <a:endParaRPr lang="en-US" sz="4400" dirty="0"/>
          </a:p>
        </p:txBody>
      </p:sp>
      <p:sp>
        <p:nvSpPr>
          <p:cNvPr id="3" name="plate"/>
          <p:cNvSpPr txBox="1"/>
          <p:nvPr/>
        </p:nvSpPr>
        <p:spPr>
          <a:xfrm>
            <a:off x="758952" y="4389120"/>
            <a:ext cx="8539033" cy="731520"/>
          </a:xfrm>
          <a:prstGeom prst="rect">
            <a:avLst/>
          </a:prstGeom>
          <a:solidFill>
            <a:srgbClr val="F6F5FF"/>
          </a:solidFill>
          <a:ln/>
        </p:spPr>
        <p:txBody>
          <a:bodyPr wrap="square" lIns="76200" tIns="127000" rIns="127000" bIns="762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5050F"/>
                </a:solidFill>
              </a:rPr>
              <a:t>Каталог: point.cero.uz/sites · Админка: atlas.genkai.workers.dev/admin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8343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6F5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ro point">
  <a:themeElements>
    <a:clrScheme name="cero point">
      <a:dk1>
        <a:srgbClr val="05050F"/>
      </a:dk1>
      <a:lt1>
        <a:srgbClr val="FFFFFF"/>
      </a:lt1>
      <a:dk2>
        <a:srgbClr val="1B1B2B"/>
      </a:dk2>
      <a:lt2>
        <a:srgbClr val="E8E7EE"/>
      </a:lt2>
      <a:accent1>
        <a:srgbClr val="5A4CF2"/>
      </a:accent1>
      <a:accent2>
        <a:srgbClr val="B9ADFF"/>
      </a:accent2>
      <a:accent3>
        <a:srgbClr val="0B1F5C"/>
      </a:accent3>
      <a:accent4>
        <a:srgbClr val="3A0D78"/>
      </a:accent4>
      <a:accent5>
        <a:srgbClr val="F6F5FF"/>
      </a:accent5>
      <a:accent6>
        <a:srgbClr val="FF6B6B"/>
      </a:accent6>
      <a:hlink>
        <a:srgbClr val="5A4CF2"/>
      </a:hlink>
      <a:folHlink>
        <a:srgbClr val="3A0D78"/>
      </a:folHlink>
    </a:clrScheme>
    <a:fontScheme name="cero point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cero 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cero point — готовые сайты: настройка, продажа, передача</dc:title>
  <dc:subject>PptxGenJS Presentation</dc:subject>
  <dc:creator>cero point</dc:creator>
  <cp:lastModifiedBy>cero point</cp:lastModifiedBy>
  <cp:revision>1</cp:revision>
  <dcterms:created xsi:type="dcterms:W3CDTF">2026-10-18T12:49:49Z</dcterms:created>
  <dcterms:modified xsi:type="dcterms:W3CDTF">2026-10-18T12:49:49Z</dcterms:modified>
</cp:coreProperties>
</file>